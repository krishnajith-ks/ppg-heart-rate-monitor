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BIOPHOTONICS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from Pixels — Toss the Sensor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Camera-Based Photoplethysmography (PPG) Vital Signs Monitor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86000"/>
            <a:ext cx="9966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Measure human heart rate accurately using only a smartphone camera and flashlight LED.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Wearables: Eliminates smartwatches, finger clips, and expensive pulse oximeter hardware.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Private in Browser: Video frames stay in transient memory and are discarded immediately. Zero cloud upload.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Tech Stack: Built with React 19, TypeScript, and causal hand-crafted DSP algorithms.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Camera-Based PPG Vital Signs Monitor  •  Krishnajith KS  •  ECE Academic Defense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/ PRINCIPLE OF OPERATION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a Camera See Your Heartbeat?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Photoplethysmography (PPG) &amp; The Beer-Lambert Law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86000"/>
            <a:ext cx="9966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Arterial Pulsation: Every heartbeat pumps blood into the microvascular capillary bed of your fingertip.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Absorption: Hemoglobin in blood strongly absorbs green light (~540 nm wavelength).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Microscopic Brightness Shifts: More blood in fingertip = darker frame. Less blood between beats = brighter frame.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Sensing: Phone camera records at 30 frames/second. Spatial averaging converts video frames into a 1D optical pulse wave.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Camera-Based PPG Vital Signs Monitor  •  Krishnajith KS  •  ECE Academic Defense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/ MATHEMATICAL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Processing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Camera Pixels to Verified Heart Rate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86000"/>
            <a:ext cx="9966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Spatial Downsampling: Scales video to 64x64 ROI, extracting spatial mean to save battery and guarantee O(1) memory.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Uniform Resampling: Linear interpolation maps jittered mobile timestamps onto an exact 30.0 Hz time grid.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4th-Order Butterworth Filter: Direct Form II SOS removes DC baseline drift, breathing sway, and high-frequency noise.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Dual Consensus Engine: Time-domain peak detector cross-checks frequency-domain FFT peak within 3.0 BPM tolerance.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Camera-Based PPG Vital Signs Monitor  •  Krishnajith KS  •  ECE Academic Defense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/ NOISE REJECTION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the Signal: Band-Pass Filter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a 4th-Order Butterworth Filter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86000"/>
            <a:ext cx="9966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Noise Problem: Respiration creates slow 0.2 Hz baseline drift. Hand tremor and sensor noise add 10+ Hz spikes.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Passband Window: 0.5 Hz to 4.0 Hz (corresponds to physiological range of 30 BPM to 240 BPM).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Cascaded Biquad Sections: Two 2nd-order Direct Form II Transposed sections give steep 24 dB/octave rolloff.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Maximally Flat: Zero passband ripple prevents false systolic peak distortion.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Camera-Based PPG Vital Signs Monitor  •  Krishnajith KS  •  ECE Academic Defense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/ DUAL ESTIMATION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Dual-Engine Consensus Cross-Check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False Readings via Time &amp; Frequency Agreement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86000"/>
            <a:ext cx="9966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A (Time Domain): Inter-Beat Interval (IBI). Detects systolic wave peaks and calculates BPM = 60 / Delta_t.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B (Frequency Domain): 4,096-point Hann-windowed FFT. Finds the dominant spectral power peak frequency f_peak.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Rule: If |BPM_Time - BPM_Freq| &lt;= 3.0 BPM -&gt; Status: Verified Clean.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Robustness: If hands shake, the two methods disagree (&gt;3.0 BPM) and the system automatically prompts user to steady finger.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Camera-Based PPG Vital Signs Monitor  •  Krishnajith KS  •  ECE Academic Defense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/ ARCHITECTURE &amp; PRIVACY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Memory Discipline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Client-Side Matters for Medical Signal Privacy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86000"/>
            <a:ext cx="9966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Server Backend: Entire DSP chain runs locally in browser JavaScript thread and Web Worker. No backend server required.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O(1) Memory Rule: Raw video frames are discarded immediately after computing spatial mean. Zero memory leaks.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Data Privacy: No personal video, camera feed, or physiological data is ever transmitted over network.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Accessibility: Runs on any standard mobile phone or laptop browser via lightweight static web deployment.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Camera-Based PPG Vital Signs Monitor  •  Krishnajith KS  •  ECE Academic Defense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/ USER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&amp; Presenter Easter Egg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Crumple Editorial Design + Secret Academic Inspection Lab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86000"/>
            <a:ext cx="9966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Landing Page: Monochromatic Crumple editorial aesthetic with arterial red pulse disc and AHA resting categories.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Action: "Start Camera" launches capture and transitions smoothly into the monitoring workspace.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Presenter Trigger: Clicking "Developed by Krishnajith KS" 6 times unlocks the Teacher Evaluation Workbench.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Tools: Multi-channel optical viewport, live waveform stack, viva diagnostics, and synthetic benchmarks (54, 72, 108 BPM).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Camera-Based PPG Vital Signs Monitor  •  Krishnajith KS  •  ECE Academic Defense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/ VIVA DEFENSE CHEAT SHEET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Questions &amp; Quick Answers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ECE Viva Concepts in Plain Language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86000"/>
            <a:ext cx="9966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Why green channel over red? A: Oxygenated hemoglobin absorbs green light (~540nm) 2.5x more strongly, giving superior SNR.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What if phone drops frames? A: Linear resampler maps irregular timestamps to an exact 30 Hz uniform grid so filter cutoffs do not drift.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Why use Direct Form II Biquads? A: Transposed Direct Form II minimizes floating-point roundoff error and state register overhead (flat O(1)).
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Is this a clinical medical device? A: No, it is an educational biophotonic DSP monitor demonstrating optical plethysmography in browser.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Camera-Based PPG Vital Signs Monitor  •  Krishnajith KS  •  ECE Academic Defense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ECE 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Camera-Based PPG Heart Rate Monitor</dc:title>
  <dc:subject>PptxGenJS Presentation</dc:subject>
  <dc:creator>Krishnajith KS</dc:creator>
  <cp:lastModifiedBy>Krishnajith KS</cp:lastModifiedBy>
  <cp:revision>1</cp:revision>
  <dcterms:created xsi:type="dcterms:W3CDTF">2026-10-22T16:59:37Z</dcterms:created>
  <dcterms:modified xsi:type="dcterms:W3CDTF">2026-10-22T16:59:37Z</dcterms:modified>
</cp:coreProperties>
</file>